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ql_grou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ql_grou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ql_grou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ql_grou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ql_grou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bi_grou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bi_grou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bi_grou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bi_grou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bi_grou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 Sports Analysis — 25 Page Consolidated Report</dc:title>
  <dc:subject>Original content preserved; SQL and Power BI solved questions consolidated four per page</dc:subject>
  <dc:creator/>
  <cp:keywords/>
  <dc:description>Question pages are composites of the original rendered slides. Original wording, values, charts, and visuals are preserved as shown.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